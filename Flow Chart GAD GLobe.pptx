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9134475" cy="12179300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8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3" d="100"/>
          <a:sy n="33" d="100"/>
        </p:scale>
        <p:origin x="13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086" y="1993233"/>
            <a:ext cx="7764304" cy="4240201"/>
          </a:xfrm>
        </p:spPr>
        <p:txBody>
          <a:bodyPr anchor="b"/>
          <a:lstStyle>
            <a:lvl1pPr algn="ctr">
              <a:defRPr sz="59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1810" y="6396953"/>
            <a:ext cx="6850856" cy="2940511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743" indent="0" algn="ctr">
              <a:buNone/>
              <a:defRPr sz="1998"/>
            </a:lvl2pPr>
            <a:lvl3pPr marL="913486" indent="0" algn="ctr">
              <a:buNone/>
              <a:defRPr sz="1798"/>
            </a:lvl3pPr>
            <a:lvl4pPr marL="1370228" indent="0" algn="ctr">
              <a:buNone/>
              <a:defRPr sz="1598"/>
            </a:lvl4pPr>
            <a:lvl5pPr marL="1826971" indent="0" algn="ctr">
              <a:buNone/>
              <a:defRPr sz="1598"/>
            </a:lvl5pPr>
            <a:lvl6pPr marL="2283714" indent="0" algn="ctr">
              <a:buNone/>
              <a:defRPr sz="1598"/>
            </a:lvl6pPr>
            <a:lvl7pPr marL="2740457" indent="0" algn="ctr">
              <a:buNone/>
              <a:defRPr sz="1598"/>
            </a:lvl7pPr>
            <a:lvl8pPr marL="3197200" indent="0" algn="ctr">
              <a:buNone/>
              <a:defRPr sz="1598"/>
            </a:lvl8pPr>
            <a:lvl9pPr marL="3653942" indent="0" algn="ctr">
              <a:buNone/>
              <a:defRPr sz="159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27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52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238" y="3036371"/>
            <a:ext cx="7878485" cy="5066250"/>
          </a:xfrm>
        </p:spPr>
        <p:txBody>
          <a:bodyPr anchor="b"/>
          <a:lstStyle>
            <a:lvl1pPr>
              <a:defRPr sz="59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238" y="8150549"/>
            <a:ext cx="7878485" cy="2664221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>
                    <a:tint val="82000"/>
                  </a:schemeClr>
                </a:solidFill>
              </a:defRPr>
            </a:lvl1pPr>
            <a:lvl2pPr marL="456743" indent="0">
              <a:buNone/>
              <a:defRPr sz="1998">
                <a:solidFill>
                  <a:schemeClr val="tx1">
                    <a:tint val="82000"/>
                  </a:schemeClr>
                </a:solidFill>
              </a:defRPr>
            </a:lvl2pPr>
            <a:lvl3pPr marL="913486" indent="0">
              <a:buNone/>
              <a:defRPr sz="1798">
                <a:solidFill>
                  <a:schemeClr val="tx1">
                    <a:tint val="82000"/>
                  </a:schemeClr>
                </a:solidFill>
              </a:defRPr>
            </a:lvl3pPr>
            <a:lvl4pPr marL="1370228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4pPr>
            <a:lvl5pPr marL="1826971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5pPr>
            <a:lvl6pPr marL="2283714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6pPr>
            <a:lvl7pPr marL="2740457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7pPr>
            <a:lvl8pPr marL="3197200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8pPr>
            <a:lvl9pPr marL="3653942" indent="0">
              <a:buNone/>
              <a:defRPr sz="15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91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7995" y="3242175"/>
            <a:ext cx="3882152" cy="77276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328" y="3242175"/>
            <a:ext cx="3882152" cy="77276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11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85" y="648437"/>
            <a:ext cx="7878485" cy="23541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86" y="2985621"/>
            <a:ext cx="3864310" cy="1463207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86" y="4448828"/>
            <a:ext cx="3864310" cy="6543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4328" y="2985621"/>
            <a:ext cx="3883342" cy="1463207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4328" y="4448828"/>
            <a:ext cx="3883342" cy="6543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48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56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85" y="811953"/>
            <a:ext cx="2946106" cy="284183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342" y="1753596"/>
            <a:ext cx="4624328" cy="8655197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85" y="3653790"/>
            <a:ext cx="2946106" cy="6769098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25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85" y="811953"/>
            <a:ext cx="2946106" cy="284183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3342" y="1753596"/>
            <a:ext cx="4624328" cy="8655197"/>
          </a:xfrm>
        </p:spPr>
        <p:txBody>
          <a:bodyPr anchor="t"/>
          <a:lstStyle>
            <a:lvl1pPr marL="0" indent="0">
              <a:buNone/>
              <a:defRPr sz="3197"/>
            </a:lvl1pPr>
            <a:lvl2pPr marL="456743" indent="0">
              <a:buNone/>
              <a:defRPr sz="2797"/>
            </a:lvl2pPr>
            <a:lvl3pPr marL="913486" indent="0">
              <a:buNone/>
              <a:defRPr sz="2398"/>
            </a:lvl3pPr>
            <a:lvl4pPr marL="1370228" indent="0">
              <a:buNone/>
              <a:defRPr sz="1998"/>
            </a:lvl4pPr>
            <a:lvl5pPr marL="1826971" indent="0">
              <a:buNone/>
              <a:defRPr sz="1998"/>
            </a:lvl5pPr>
            <a:lvl6pPr marL="2283714" indent="0">
              <a:buNone/>
              <a:defRPr sz="1998"/>
            </a:lvl6pPr>
            <a:lvl7pPr marL="2740457" indent="0">
              <a:buNone/>
              <a:defRPr sz="1998"/>
            </a:lvl7pPr>
            <a:lvl8pPr marL="3197200" indent="0">
              <a:buNone/>
              <a:defRPr sz="1998"/>
            </a:lvl8pPr>
            <a:lvl9pPr marL="3653942" indent="0">
              <a:buNone/>
              <a:defRPr sz="19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85" y="3653790"/>
            <a:ext cx="2946106" cy="6769098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92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3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6859" y="648435"/>
            <a:ext cx="1969621" cy="103213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7995" y="648435"/>
            <a:ext cx="5794683" cy="103213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16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995" y="648437"/>
            <a:ext cx="7878485" cy="2354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995" y="3242175"/>
            <a:ext cx="7878485" cy="7727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7995" y="11288409"/>
            <a:ext cx="2055257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CFC8A-8619-4B76-9302-2F9EFB071350}" type="datetimeFigureOut">
              <a:rPr lang="en-IN" smtClean="0"/>
              <a:t>09/19/2026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5795" y="11288409"/>
            <a:ext cx="3082885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1223" y="11288409"/>
            <a:ext cx="2055257" cy="648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203AC-4662-4C26-8396-D9BE5FF694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68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1"/>
          <p:cNvSpPr/>
          <p:nvPr/>
        </p:nvSpPr>
        <p:spPr>
          <a:xfrm>
            <a:off x="152400" y="660400"/>
            <a:ext cx="2921000" cy="113919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02" name="S102"/>
          <p:cNvSpPr/>
          <p:nvPr/>
        </p:nvSpPr>
        <p:spPr>
          <a:xfrm>
            <a:off x="3124200" y="660400"/>
            <a:ext cx="2794000" cy="11391900"/>
          </a:xfrm>
          <a:prstGeom prst="rect">
            <a:avLst/>
          </a:prstGeom>
          <a:solidFill>
            <a:srgbClr val="EDF7F3"/>
          </a:solidFill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03" name="S103"/>
          <p:cNvSpPr/>
          <p:nvPr/>
        </p:nvSpPr>
        <p:spPr>
          <a:xfrm>
            <a:off x="5977467" y="660400"/>
            <a:ext cx="3009900" cy="113919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04" name="S104"/>
          <p:cNvSpPr/>
          <p:nvPr/>
        </p:nvSpPr>
        <p:spPr>
          <a:xfrm>
            <a:off x="152400" y="127000"/>
            <a:ext cx="2921000" cy="508000"/>
          </a:xfrm>
          <a:prstGeom prst="roundRect">
            <a:avLst>
              <a:gd name="adj" fmla="val 14000"/>
            </a:avLst>
          </a:prstGeom>
          <a:solidFill>
            <a:srgbClr val="2B6CB0"/>
          </a:solidFill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500" b="1" dirty="0">
                <a:solidFill>
                  <a:srgbClr val="FFFFFF"/>
                </a:solidFill>
              </a:rPr>
              <a:t>USER  /  BROWSER</a:t>
            </a:r>
          </a:p>
        </p:txBody>
      </p:sp>
      <p:sp>
        <p:nvSpPr>
          <p:cNvPr id="105" name="S105"/>
          <p:cNvSpPr/>
          <p:nvPr/>
        </p:nvSpPr>
        <p:spPr>
          <a:xfrm>
            <a:off x="3124200" y="127000"/>
            <a:ext cx="2794000" cy="508000"/>
          </a:xfrm>
          <a:prstGeom prst="roundRect">
            <a:avLst>
              <a:gd name="adj" fmla="val 14000"/>
            </a:avLst>
          </a:prstGeom>
          <a:solidFill>
            <a:srgbClr val="16856B"/>
          </a:solidFill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500" b="1" dirty="0">
                <a:solidFill>
                  <a:srgbClr val="FFFFFF"/>
                </a:solidFill>
              </a:rPr>
              <a:t>FLASK SERVER</a:t>
            </a:r>
          </a:p>
        </p:txBody>
      </p:sp>
      <p:sp>
        <p:nvSpPr>
          <p:cNvPr id="106" name="S106"/>
          <p:cNvSpPr/>
          <p:nvPr/>
        </p:nvSpPr>
        <p:spPr>
          <a:xfrm>
            <a:off x="5969000" y="127000"/>
            <a:ext cx="3009900" cy="508000"/>
          </a:xfrm>
          <a:prstGeom prst="roundRect">
            <a:avLst>
              <a:gd name="adj" fmla="val 14000"/>
            </a:avLst>
          </a:prstGeom>
          <a:solidFill>
            <a:srgbClr val="C8860D"/>
          </a:solidFill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500" b="1" dirty="0">
                <a:solidFill>
                  <a:srgbClr val="FFFFFF"/>
                </a:solidFill>
              </a:rPr>
              <a:t>SOLIDWORKS  (COM)</a:t>
            </a:r>
          </a:p>
        </p:txBody>
      </p:sp>
      <p:sp>
        <p:nvSpPr>
          <p:cNvPr id="107" name="S107"/>
          <p:cNvSpPr/>
          <p:nvPr/>
        </p:nvSpPr>
        <p:spPr>
          <a:xfrm>
            <a:off x="279400" y="914400"/>
            <a:ext cx="2667000" cy="711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2B6CB0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Upload GAD Input Excel</a:t>
            </a:r>
          </a:p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(Globe GAD page)</a:t>
            </a:r>
          </a:p>
        </p:txBody>
      </p:sp>
      <p:sp>
        <p:nvSpPr>
          <p:cNvPr id="108" name="S108"/>
          <p:cNvSpPr/>
          <p:nvPr/>
        </p:nvSpPr>
        <p:spPr>
          <a:xfrm>
            <a:off x="381000" y="1092200"/>
            <a:ext cx="355600" cy="3556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9" name="S109"/>
          <p:cNvSpPr/>
          <p:nvPr/>
        </p:nvSpPr>
        <p:spPr>
          <a:xfrm>
            <a:off x="279400" y="1854200"/>
            <a:ext cx="2667000" cy="711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2B6CB0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Select a row / edit</a:t>
            </a:r>
          </a:p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values in the browser</a:t>
            </a:r>
          </a:p>
        </p:txBody>
      </p:sp>
      <p:sp>
        <p:nvSpPr>
          <p:cNvPr id="110" name="S110"/>
          <p:cNvSpPr/>
          <p:nvPr/>
        </p:nvSpPr>
        <p:spPr>
          <a:xfrm>
            <a:off x="381000" y="2032000"/>
            <a:ext cx="355600" cy="3556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1" name="S111"/>
          <p:cNvSpPr/>
          <p:nvPr/>
        </p:nvSpPr>
        <p:spPr>
          <a:xfrm>
            <a:off x="3193450" y="5447255"/>
            <a:ext cx="2667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6856B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1A2B3C"/>
                </a:solidFill>
              </a:rPr>
              <a:t>Click</a:t>
            </a:r>
          </a:p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1A2B3C"/>
                </a:solidFill>
              </a:rPr>
              <a:t>“Generate on Server”</a:t>
            </a:r>
          </a:p>
        </p:txBody>
      </p:sp>
      <p:sp>
        <p:nvSpPr>
          <p:cNvPr id="112" name="S112"/>
          <p:cNvSpPr/>
          <p:nvPr/>
        </p:nvSpPr>
        <p:spPr>
          <a:xfrm>
            <a:off x="3295050" y="5599655"/>
            <a:ext cx="355600" cy="355600"/>
          </a:xfrm>
          <a:prstGeom prst="ellipse">
            <a:avLst/>
          </a:prstGeom>
          <a:solidFill>
            <a:srgbClr val="16856B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3" name="S113"/>
          <p:cNvSpPr/>
          <p:nvPr/>
        </p:nvSpPr>
        <p:spPr>
          <a:xfrm>
            <a:off x="279400" y="4067478"/>
            <a:ext cx="2667000" cy="965200"/>
          </a:xfrm>
          <a:prstGeom prst="roundRect">
            <a:avLst>
              <a:gd name="adj" fmla="val 14000"/>
            </a:avLst>
          </a:prstGeom>
          <a:solidFill>
            <a:srgbClr val="FDECEC"/>
          </a:solidFill>
          <a:ln w="22225">
            <a:solidFill>
              <a:srgbClr val="D94040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A32020"/>
                </a:solidFill>
              </a:rPr>
              <a:t>Error names the exact master table to fix + direct link to its page</a:t>
            </a:r>
          </a:p>
        </p:txBody>
      </p:sp>
      <p:sp>
        <p:nvSpPr>
          <p:cNvPr id="114" name="S114"/>
          <p:cNvSpPr/>
          <p:nvPr/>
        </p:nvSpPr>
        <p:spPr>
          <a:xfrm>
            <a:off x="381000" y="4372278"/>
            <a:ext cx="355600" cy="355600"/>
          </a:xfrm>
          <a:prstGeom prst="ellipse">
            <a:avLst/>
          </a:prstGeom>
          <a:solidFill>
            <a:srgbClr val="D94040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5" name="S115"/>
          <p:cNvSpPr/>
          <p:nvPr/>
        </p:nvSpPr>
        <p:spPr>
          <a:xfrm>
            <a:off x="279400" y="5286678"/>
            <a:ext cx="2667000" cy="711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D94040"/>
            </a:solidFill>
          </a:ln>
        </p:spPr>
        <p:txBody>
          <a:bodyPr wrap="square" lIns="1270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A32020"/>
                </a:solidFill>
              </a:rPr>
              <a:t>User fixes master data and retries</a:t>
            </a:r>
          </a:p>
        </p:txBody>
      </p:sp>
      <p:sp>
        <p:nvSpPr>
          <p:cNvPr id="116" name="S116"/>
          <p:cNvSpPr/>
          <p:nvPr/>
        </p:nvSpPr>
        <p:spPr>
          <a:xfrm>
            <a:off x="279400" y="10871200"/>
            <a:ext cx="2667000" cy="685800"/>
          </a:xfrm>
          <a:prstGeom prst="roundRect">
            <a:avLst>
              <a:gd name="adj" fmla="val 14000"/>
            </a:avLst>
          </a:prstGeom>
          <a:solidFill>
            <a:srgbClr val="E8F7EE"/>
          </a:solidFill>
          <a:ln w="22225">
            <a:solidFill>
              <a:srgbClr val="2E9E5B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1E6B3D"/>
                </a:solidFill>
              </a:rPr>
              <a:t>Browser downloads</a:t>
            </a:r>
          </a:p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1E6B3D"/>
                </a:solidFill>
              </a:rPr>
              <a:t>the .zip</a:t>
            </a:r>
          </a:p>
        </p:txBody>
      </p:sp>
      <p:sp>
        <p:nvSpPr>
          <p:cNvPr id="117" name="S117"/>
          <p:cNvSpPr/>
          <p:nvPr/>
        </p:nvSpPr>
        <p:spPr>
          <a:xfrm>
            <a:off x="355600" y="11036300"/>
            <a:ext cx="406400" cy="3556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18" name="S118"/>
          <p:cNvSpPr/>
          <p:nvPr/>
        </p:nvSpPr>
        <p:spPr>
          <a:xfrm>
            <a:off x="3200400" y="2984500"/>
            <a:ext cx="2641600" cy="863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6856B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Resolve master-table lookups: Assembly, Hook-Up, Cross-Section, Dimensions</a:t>
            </a:r>
          </a:p>
        </p:txBody>
      </p:sp>
      <p:sp>
        <p:nvSpPr>
          <p:cNvPr id="119" name="S119"/>
          <p:cNvSpPr/>
          <p:nvPr/>
        </p:nvSpPr>
        <p:spPr>
          <a:xfrm>
            <a:off x="3302000" y="3238500"/>
            <a:ext cx="355600" cy="355600"/>
          </a:xfrm>
          <a:prstGeom prst="ellipse">
            <a:avLst/>
          </a:prstGeom>
          <a:solidFill>
            <a:srgbClr val="16856B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0" name="S120"/>
          <p:cNvSpPr/>
          <p:nvPr/>
        </p:nvSpPr>
        <p:spPr>
          <a:xfrm>
            <a:off x="3378200" y="3993229"/>
            <a:ext cx="2286000" cy="1188371"/>
          </a:xfrm>
          <a:prstGeom prst="diamond">
            <a:avLst/>
          </a:prstGeom>
          <a:solidFill>
            <a:srgbClr val="FFF8E7"/>
          </a:solidFill>
          <a:ln w="22225">
            <a:solidFill>
              <a:srgbClr val="E8A33D"/>
            </a:solidFill>
          </a:ln>
        </p:spPr>
        <p:txBody>
          <a:bodyPr wrap="square" lIns="177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8A5A00"/>
                </a:solidFill>
              </a:rPr>
              <a:t>All lookups</a:t>
            </a:r>
          </a:p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8A5A00"/>
                </a:solidFill>
              </a:rPr>
              <a:t>matched?</a:t>
            </a:r>
          </a:p>
        </p:txBody>
      </p:sp>
      <p:sp>
        <p:nvSpPr>
          <p:cNvPr id="121" name="S121"/>
          <p:cNvSpPr/>
          <p:nvPr/>
        </p:nvSpPr>
        <p:spPr>
          <a:xfrm>
            <a:off x="3200400" y="10871200"/>
            <a:ext cx="2641600" cy="685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6856B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Bundle PDF + SLDDRW into one .zip</a:t>
            </a:r>
          </a:p>
        </p:txBody>
      </p:sp>
      <p:sp>
        <p:nvSpPr>
          <p:cNvPr id="122" name="S122"/>
          <p:cNvSpPr/>
          <p:nvPr/>
        </p:nvSpPr>
        <p:spPr>
          <a:xfrm>
            <a:off x="3276600" y="11036300"/>
            <a:ext cx="406400" cy="355600"/>
          </a:xfrm>
          <a:prstGeom prst="ellipse">
            <a:avLst/>
          </a:prstGeom>
          <a:solidFill>
            <a:srgbClr val="16856B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23" name="S123"/>
          <p:cNvSpPr/>
          <p:nvPr/>
        </p:nvSpPr>
        <p:spPr>
          <a:xfrm>
            <a:off x="6070600" y="5994400"/>
            <a:ext cx="28194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C8860D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Background job connects to SolidWorks (COM)</a:t>
            </a:r>
          </a:p>
        </p:txBody>
      </p:sp>
      <p:sp>
        <p:nvSpPr>
          <p:cNvPr id="124" name="S124"/>
          <p:cNvSpPr/>
          <p:nvPr/>
        </p:nvSpPr>
        <p:spPr>
          <a:xfrm>
            <a:off x="6172200" y="6108700"/>
            <a:ext cx="355600" cy="355600"/>
          </a:xfrm>
          <a:prstGeom prst="ellipse">
            <a:avLst/>
          </a:prstGeom>
          <a:solidFill>
            <a:srgbClr val="C8860D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5" name="S125"/>
          <p:cNvSpPr/>
          <p:nvPr/>
        </p:nvSpPr>
        <p:spPr>
          <a:xfrm>
            <a:off x="6070600" y="6731000"/>
            <a:ext cx="2819400" cy="78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C8860D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Sheet 1: GA block + hook-up schematic + ~50 title-block properties</a:t>
            </a:r>
          </a:p>
        </p:txBody>
      </p:sp>
      <p:sp>
        <p:nvSpPr>
          <p:cNvPr id="126" name="S126"/>
          <p:cNvSpPr/>
          <p:nvPr/>
        </p:nvSpPr>
        <p:spPr>
          <a:xfrm>
            <a:off x="6172200" y="6946900"/>
            <a:ext cx="355600" cy="355600"/>
          </a:xfrm>
          <a:prstGeom prst="ellipse">
            <a:avLst/>
          </a:prstGeom>
          <a:solidFill>
            <a:srgbClr val="C8860D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7" name="S127"/>
          <p:cNvSpPr/>
          <p:nvPr/>
        </p:nvSpPr>
        <p:spPr>
          <a:xfrm>
            <a:off x="6070600" y="7696200"/>
            <a:ext cx="2819400" cy="78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C8860D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Sheet 2: swap in the Cross-Section reference drawing (copy, paste, reorder)</a:t>
            </a:r>
          </a:p>
        </p:txBody>
      </p:sp>
      <p:sp>
        <p:nvSpPr>
          <p:cNvPr id="128" name="S128"/>
          <p:cNvSpPr/>
          <p:nvPr/>
        </p:nvSpPr>
        <p:spPr>
          <a:xfrm>
            <a:off x="6172200" y="7912100"/>
            <a:ext cx="355600" cy="355600"/>
          </a:xfrm>
          <a:prstGeom prst="ellipse">
            <a:avLst/>
          </a:prstGeom>
          <a:solidFill>
            <a:srgbClr val="C8860D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29" name="S129"/>
          <p:cNvSpPr/>
          <p:nvPr/>
        </p:nvSpPr>
        <p:spPr>
          <a:xfrm>
            <a:off x="6070600" y="8661400"/>
            <a:ext cx="28194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C8860D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Sheet 3: insert nameplate block</a:t>
            </a:r>
          </a:p>
        </p:txBody>
      </p:sp>
      <p:sp>
        <p:nvSpPr>
          <p:cNvPr id="130" name="S130"/>
          <p:cNvSpPr/>
          <p:nvPr/>
        </p:nvSpPr>
        <p:spPr>
          <a:xfrm>
            <a:off x="6172200" y="8775700"/>
            <a:ext cx="355600" cy="355600"/>
          </a:xfrm>
          <a:prstGeom prst="ellipse">
            <a:avLst/>
          </a:prstGeom>
          <a:solidFill>
            <a:srgbClr val="C8860D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1" name="S131"/>
          <p:cNvSpPr/>
          <p:nvPr/>
        </p:nvSpPr>
        <p:spPr>
          <a:xfrm>
            <a:off x="6070600" y="9423400"/>
            <a:ext cx="28194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C8860D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Rebuild drawing, save native .SLDDRW</a:t>
            </a:r>
          </a:p>
        </p:txBody>
      </p:sp>
      <p:sp>
        <p:nvSpPr>
          <p:cNvPr id="132" name="S132"/>
          <p:cNvSpPr/>
          <p:nvPr/>
        </p:nvSpPr>
        <p:spPr>
          <a:xfrm>
            <a:off x="6172200" y="9537700"/>
            <a:ext cx="355600" cy="355600"/>
          </a:xfrm>
          <a:prstGeom prst="ellipse">
            <a:avLst/>
          </a:prstGeom>
          <a:solidFill>
            <a:srgbClr val="C8860D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33" name="S133"/>
          <p:cNvSpPr/>
          <p:nvPr/>
        </p:nvSpPr>
        <p:spPr>
          <a:xfrm>
            <a:off x="6070600" y="10185400"/>
            <a:ext cx="2819400" cy="508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C8860D"/>
            </a:solidFill>
          </a:ln>
        </p:spPr>
        <p:txBody>
          <a:bodyPr wrap="square" lIns="5588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0" dirty="0">
                <a:solidFill>
                  <a:srgbClr val="1A2B3C"/>
                </a:solidFill>
              </a:rPr>
              <a:t>Export 3-page PDF</a:t>
            </a:r>
          </a:p>
        </p:txBody>
      </p:sp>
      <p:sp>
        <p:nvSpPr>
          <p:cNvPr id="134" name="S134"/>
          <p:cNvSpPr/>
          <p:nvPr/>
        </p:nvSpPr>
        <p:spPr>
          <a:xfrm>
            <a:off x="6146800" y="10261600"/>
            <a:ext cx="406400" cy="355600"/>
          </a:xfrm>
          <a:prstGeom prst="ellipse">
            <a:avLst/>
          </a:prstGeom>
          <a:solidFill>
            <a:srgbClr val="C8860D"/>
          </a:solidFill>
          <a:ln>
            <a:noFill/>
          </a:ln>
        </p:spPr>
        <p:txBody>
          <a:bodyPr wrap="non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35" name="L135"/>
          <p:cNvSpPr/>
          <p:nvPr/>
        </p:nvSpPr>
        <p:spPr>
          <a:xfrm>
            <a:off x="1612900" y="1625600"/>
            <a:ext cx="0" cy="2286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36" name="L136"/>
          <p:cNvSpPr/>
          <p:nvPr/>
        </p:nvSpPr>
        <p:spPr>
          <a:xfrm>
            <a:off x="4521200" y="5181600"/>
            <a:ext cx="0" cy="254938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37" name="L137"/>
          <p:cNvSpPr/>
          <p:nvPr/>
        </p:nvSpPr>
        <p:spPr>
          <a:xfrm>
            <a:off x="2946400" y="2196164"/>
            <a:ext cx="1574800" cy="0"/>
          </a:xfrm>
          <a:prstGeom prst="line">
            <a:avLst/>
          </a:prstGeom>
          <a:ln w="22225">
            <a:solidFill>
              <a:srgbClr val="4552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8" name="L138"/>
          <p:cNvSpPr/>
          <p:nvPr/>
        </p:nvSpPr>
        <p:spPr>
          <a:xfrm>
            <a:off x="4521200" y="2196164"/>
            <a:ext cx="0" cy="788336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39" name="L139"/>
          <p:cNvSpPr/>
          <p:nvPr/>
        </p:nvSpPr>
        <p:spPr>
          <a:xfrm>
            <a:off x="4521200" y="3840829"/>
            <a:ext cx="0" cy="1524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0" name="L140"/>
          <p:cNvSpPr/>
          <p:nvPr/>
        </p:nvSpPr>
        <p:spPr>
          <a:xfrm flipH="1">
            <a:off x="2946400" y="4576637"/>
            <a:ext cx="431800" cy="0"/>
          </a:xfrm>
          <a:prstGeom prst="line">
            <a:avLst/>
          </a:prstGeom>
          <a:ln w="22225">
            <a:solidFill>
              <a:srgbClr val="D9404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1" name="L141"/>
          <p:cNvSpPr/>
          <p:nvPr/>
        </p:nvSpPr>
        <p:spPr>
          <a:xfrm>
            <a:off x="1612900" y="5032678"/>
            <a:ext cx="0" cy="254000"/>
          </a:xfrm>
          <a:prstGeom prst="line">
            <a:avLst/>
          </a:prstGeom>
          <a:ln w="22225">
            <a:solidFill>
              <a:srgbClr val="D94040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2" name="L142"/>
          <p:cNvSpPr/>
          <p:nvPr/>
        </p:nvSpPr>
        <p:spPr>
          <a:xfrm flipH="1">
            <a:off x="101600" y="5633812"/>
            <a:ext cx="177800" cy="0"/>
          </a:xfrm>
          <a:prstGeom prst="line">
            <a:avLst/>
          </a:prstGeom>
          <a:ln w="22225">
            <a:solidFill>
              <a:srgbClr val="D9404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3" name="L143"/>
          <p:cNvSpPr/>
          <p:nvPr/>
        </p:nvSpPr>
        <p:spPr>
          <a:xfrm flipH="1" flipV="1">
            <a:off x="50800" y="1239612"/>
            <a:ext cx="50800" cy="4255254"/>
          </a:xfrm>
          <a:prstGeom prst="line">
            <a:avLst/>
          </a:prstGeom>
          <a:ln w="22225">
            <a:solidFill>
              <a:srgbClr val="D9404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4" name="L144"/>
          <p:cNvSpPr/>
          <p:nvPr/>
        </p:nvSpPr>
        <p:spPr>
          <a:xfrm>
            <a:off x="101600" y="2238678"/>
            <a:ext cx="177800" cy="0"/>
          </a:xfrm>
          <a:prstGeom prst="line">
            <a:avLst/>
          </a:prstGeom>
          <a:ln w="22225">
            <a:solidFill>
              <a:srgbClr val="D94040"/>
            </a:solidFill>
            <a:prstDash val="dash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5" name="L145"/>
          <p:cNvSpPr/>
          <p:nvPr/>
        </p:nvSpPr>
        <p:spPr>
          <a:xfrm>
            <a:off x="4521200" y="6121400"/>
            <a:ext cx="0" cy="165100"/>
          </a:xfrm>
          <a:prstGeom prst="line">
            <a:avLst/>
          </a:prstGeom>
          <a:ln w="22225">
            <a:solidFill>
              <a:srgbClr val="2E9E5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6" name="L146"/>
          <p:cNvSpPr/>
          <p:nvPr/>
        </p:nvSpPr>
        <p:spPr>
          <a:xfrm>
            <a:off x="4521200" y="6286500"/>
            <a:ext cx="1549400" cy="0"/>
          </a:xfrm>
          <a:prstGeom prst="line">
            <a:avLst/>
          </a:prstGeom>
          <a:ln w="22225">
            <a:solidFill>
              <a:srgbClr val="2E9E5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7" name="L147"/>
          <p:cNvSpPr/>
          <p:nvPr/>
        </p:nvSpPr>
        <p:spPr>
          <a:xfrm>
            <a:off x="7480300" y="6578600"/>
            <a:ext cx="0" cy="1524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8" name="L148"/>
          <p:cNvSpPr/>
          <p:nvPr/>
        </p:nvSpPr>
        <p:spPr>
          <a:xfrm>
            <a:off x="7480300" y="7518400"/>
            <a:ext cx="0" cy="1778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49" name="L149"/>
          <p:cNvSpPr/>
          <p:nvPr/>
        </p:nvSpPr>
        <p:spPr>
          <a:xfrm>
            <a:off x="7480300" y="8483600"/>
            <a:ext cx="0" cy="1778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50" name="L150"/>
          <p:cNvSpPr/>
          <p:nvPr/>
        </p:nvSpPr>
        <p:spPr>
          <a:xfrm>
            <a:off x="7480300" y="9245600"/>
            <a:ext cx="0" cy="1778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51" name="L151"/>
          <p:cNvSpPr/>
          <p:nvPr/>
        </p:nvSpPr>
        <p:spPr>
          <a:xfrm>
            <a:off x="7480300" y="10007600"/>
            <a:ext cx="0" cy="17780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52" name="L152"/>
          <p:cNvSpPr/>
          <p:nvPr/>
        </p:nvSpPr>
        <p:spPr>
          <a:xfrm>
            <a:off x="7480300" y="10693400"/>
            <a:ext cx="0" cy="520700"/>
          </a:xfrm>
          <a:prstGeom prst="line">
            <a:avLst/>
          </a:prstGeom>
          <a:ln w="22225">
            <a:solidFill>
              <a:srgbClr val="4552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" name="L153"/>
          <p:cNvSpPr/>
          <p:nvPr/>
        </p:nvSpPr>
        <p:spPr>
          <a:xfrm flipH="1">
            <a:off x="5842000" y="11214100"/>
            <a:ext cx="1638300" cy="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54" name="L154"/>
          <p:cNvSpPr/>
          <p:nvPr/>
        </p:nvSpPr>
        <p:spPr>
          <a:xfrm flipH="1">
            <a:off x="2946400" y="11214100"/>
            <a:ext cx="254000" cy="0"/>
          </a:xfrm>
          <a:prstGeom prst="line">
            <a:avLst/>
          </a:prstGeom>
          <a:ln w="22225">
            <a:solidFill>
              <a:srgbClr val="45526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55" name="S155"/>
          <p:cNvSpPr/>
          <p:nvPr/>
        </p:nvSpPr>
        <p:spPr>
          <a:xfrm>
            <a:off x="3048000" y="4651678"/>
            <a:ext cx="431800" cy="25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D94040"/>
                </a:solidFill>
              </a:rPr>
              <a:t>No</a:t>
            </a:r>
          </a:p>
        </p:txBody>
      </p:sp>
      <p:sp>
        <p:nvSpPr>
          <p:cNvPr id="156" name="S156"/>
          <p:cNvSpPr/>
          <p:nvPr/>
        </p:nvSpPr>
        <p:spPr>
          <a:xfrm>
            <a:off x="4521200" y="51562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1E6B3D"/>
                </a:solidFill>
              </a:rPr>
              <a:t>Yes</a:t>
            </a:r>
          </a:p>
        </p:txBody>
      </p:sp>
      <p:sp>
        <p:nvSpPr>
          <p:cNvPr id="157" name="S157"/>
          <p:cNvSpPr/>
          <p:nvPr/>
        </p:nvSpPr>
        <p:spPr>
          <a:xfrm rot="-5400000">
            <a:off x="50800" y="3095322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D94040"/>
                </a:solidFill>
              </a:rPr>
              <a:t>retry</a:t>
            </a:r>
          </a:p>
        </p:txBody>
      </p:sp>
      <p:sp>
        <p:nvSpPr>
          <p:cNvPr id="4" name="L144">
            <a:extLst>
              <a:ext uri="{FF2B5EF4-FFF2-40B4-BE49-F238E27FC236}">
                <a16:creationId xmlns:a16="http://schemas.microsoft.com/office/drawing/2014/main" id="{4EA5499C-998C-6D20-3532-E3B5B067D884}"/>
              </a:ext>
            </a:extLst>
          </p:cNvPr>
          <p:cNvSpPr/>
          <p:nvPr/>
        </p:nvSpPr>
        <p:spPr>
          <a:xfrm>
            <a:off x="101600" y="1239612"/>
            <a:ext cx="177800" cy="0"/>
          </a:xfrm>
          <a:prstGeom prst="line">
            <a:avLst/>
          </a:prstGeom>
          <a:ln w="22225">
            <a:solidFill>
              <a:srgbClr val="D94040"/>
            </a:solidFill>
            <a:prstDash val="dash"/>
            <a:tailEnd type="triangle" w="med" len="me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14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777BBE-2A9C-43A4-9C73-686FF28C2E1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bbfe9f5-57f2-4b2f-8184-8a5a5508365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150</Words>
  <Application>Microsoft Office PowerPoint</Application>
  <PresentationFormat>Ledger Paper (11x17 in)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Pandi P</dc:creator>
  <cp:lastModifiedBy>Pandi P</cp:lastModifiedBy>
  <cp:revision>2</cp:revision>
  <dcterms:created xsi:type="dcterms:W3CDTF">2026-09-19T10:53:01Z</dcterms:created>
  <dcterms:modified xsi:type="dcterms:W3CDTF">2026-09-19T12:13:20Z</dcterms:modified>
</cp:coreProperties>
</file>